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111C3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822960"/>
            <a:ext cx="5577840" cy="3721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E6F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E6F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AWARENESS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E6F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685800" y="4069080"/>
            <a:ext cx="201168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2976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 •  VERIFY  •  STAY SAFE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892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Awareness Session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172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F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Phishing?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 IDEA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is a cyber attack where an attacker pretends to be someone you trust to trick you into sharing sensitive information.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6035040" cy="1371600"/>
          </a:xfrm>
          <a:prstGeom prst="roundRect">
            <a:avLst>
              <a:gd name="adj" fmla="val 6667"/>
            </a:avLst>
          </a:prstGeom>
          <a:solidFill>
            <a:srgbClr val="111C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trust  →  Real loss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Targets: passwords, OTPs, bank details, college / work logins.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3736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172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F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 of Phishing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COMMON FORMS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20824"/>
            <a:ext cx="347472" cy="3474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phishing — fake mails with bad links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660904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80720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66090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Smishing — fraud SMS / WhatsApp messages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593592"/>
            <a:ext cx="347472" cy="3474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44728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Vishing — scam phone calls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379976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379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23367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websites — cloned login pages</a:t>
            </a:r>
            <a:endParaRPr lang="en-US" sz="20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78308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172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F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Phishing Works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 CHAIN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Attacker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786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Fake Message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1272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28416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2841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Victim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38770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782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Fake Website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6268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28032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3A12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280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Data Theft</a:t>
            </a:r>
            <a:endParaRPr lang="en-US" sz="2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73736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172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F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Warning Signs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THESE RED FLAGS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29384"/>
            <a:ext cx="347472" cy="3474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or threatening language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71576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56946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or shortened links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502152"/>
            <a:ext cx="347472" cy="3474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3558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/ mismatched sender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142232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288536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1422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for passwords or OTP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4928616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5074920"/>
            <a:ext cx="347472" cy="3474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5074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92861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attachments</a:t>
            </a:r>
            <a:endParaRPr lang="en-US" sz="2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96596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172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F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Stay Safe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DAILY HABITS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29384"/>
            <a:ext cx="347472" cy="3474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sender before acting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71576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56946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full URL carefully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502152"/>
            <a:ext cx="347472" cy="3474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3558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OTP or passwords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142232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288536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1422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multi-factor authentication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4928616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5074920"/>
            <a:ext cx="347472" cy="3474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5074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92861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suspicious messages</a:t>
            </a:r>
            <a:endParaRPr lang="en-US" sz="2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96596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172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F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Quiz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RIGHT ANSWER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11480"/>
            <a:ext cx="1051560" cy="1051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8562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 mail asks for your OTP to "verify" your account. You should: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Send it   b) Ignore &amp; report   c) Reply for details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 — no genuine service ever asks for your OTP.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264408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337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Which link is safest?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372160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pay-sbi-verify.xyz   b) sbi.co.in   c) sbi-login.secure-net.ru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" y="40873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 — the real domain, not a look-alike.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4745736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111C3D"/>
          </a:solidFill>
          <a:ln w="12700">
            <a:solidFill>
              <a:srgbClr val="1E2F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81888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Best protection if a password leaks?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7240" y="52029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MFA   b) Longer username   c) Antivirus only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" y="556869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a — multi-factor authentication blocks the login.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172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F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THREE WORDS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11C3D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F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88920" y="201168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11C3D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20116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F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201168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11C3D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0116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4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awareness is your first line of defense.”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—  Questions welcome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828800"/>
            <a:ext cx="4023360" cy="2679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2026-09-04T15:01:13Z</dcterms:created>
  <dcterms:modified xsi:type="dcterms:W3CDTF">2026-09-04T15:01:13Z</dcterms:modified>
</cp:coreProperties>
</file>